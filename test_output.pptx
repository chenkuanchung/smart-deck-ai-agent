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66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36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45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44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745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48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7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08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91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98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681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34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Deck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自動化簡報測試報告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第一章：版型測試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測試：一般單欄 (Content)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1. 這一頁應該是單欄排版</a:t>
            </a:r>
          </a:p>
          <a:p>
            <a:r>
              <a:t>2. 文字應該在左邊或中間</a:t>
            </a:r>
          </a:p>
          <a:p>
            <a:r>
              <a:t>3. 使用的是 ID [3]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測試：左右雙欄 (Two Column)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【左欄內容】</a:t>
            </a:r>
          </a:p>
          <a:p>
            <a:r>
              <a:t>這是左邊的文字區塊。</a:t>
            </a:r>
          </a:p>
          <a:p>
            <a:r>
              <a:t>這裡適合放優點或是比較項目的 A 方。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【右欄內容】</a:t>
            </a:r>
          </a:p>
          <a:p>
            <a:r>
              <a:t>這是右邊的文字區塊。</a:t>
            </a:r>
          </a:p>
          <a:p>
            <a:r>
              <a:t>這裡適合放缺點或是比較項目的 B 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3" baseType="lpstr">
      <vt:lpstr>Calibri</vt:lpstr>
      <vt:lpstr>Calibri Light</vt:lpstr>
      <vt:lpstr>回顧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Chen</dc:creator>
  <cp:lastModifiedBy>Andy Chen</cp:lastModifiedBy>
  <cp:revision>1</cp:revision>
  <dcterms:created xsi:type="dcterms:W3CDTF">2025-11-28T02:53:53Z</dcterms:created>
  <dcterms:modified xsi:type="dcterms:W3CDTF">2025-11-28T02:55:39Z</dcterms:modified>
</cp:coreProperties>
</file>