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5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663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5360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459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7445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745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6488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577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908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8911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983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8681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B960385-1865-4ACC-96CA-EA49FAC5EC44}" type="datetimeFigureOut">
              <a:rPr lang="zh-TW" altLang="en-US" smtClean="0"/>
              <a:t>2025/11/28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25A8D3C-B81E-4E43-A575-9E3BD38B5A2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348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p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回顧">
  <a:themeElements>
    <a:clrScheme name="回顧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</TotalTime>
  <Words>0</Words>
  <Application>Microsoft Office PowerPoint</Application>
  <PresentationFormat>寬螢幕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0</vt:i4>
      </vt:variant>
    </vt:vector>
  </HeadingPairs>
  <TitlesOfParts>
    <vt:vector size="4" baseType="lpstr">
      <vt:lpstr>Calibri</vt:lpstr>
      <vt:lpstr>Calibri Light</vt:lpstr>
      <vt:lpstr>Wingdings</vt:lpstr>
      <vt:lpstr>回顧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Chen</dc:creator>
  <cp:lastModifiedBy>Andy Chen</cp:lastModifiedBy>
  <cp:revision>2</cp:revision>
  <dcterms:created xsi:type="dcterms:W3CDTF">2025-11-28T02:53:53Z</dcterms:created>
  <dcterms:modified xsi:type="dcterms:W3CDTF">2025-11-28T12:12:26Z</dcterms:modified>
</cp:coreProperties>
</file>