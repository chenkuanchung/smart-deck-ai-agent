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9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76630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5360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459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7445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745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6488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5774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9085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891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983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8681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B960385-1865-4ACC-96CA-EA49FAC5EC44}" type="datetimeFigureOut">
              <a:rPr lang="zh-TW" altLang="en-US" smtClean="0"/>
              <a:t>2025/11/28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725A8D3C-B81E-4E43-A575-9E3BD38B5A2F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348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0" r:id="rId1"/>
    <p:sldLayoutId id="2147483781" r:id="rId2"/>
    <p:sldLayoutId id="2147483782" r:id="rId3"/>
    <p:sldLayoutId id="2147483783" r:id="rId4"/>
    <p:sldLayoutId id="2147483784" r:id="rId5"/>
    <p:sldLayoutId id="2147483785" r:id="rId6"/>
    <p:sldLayoutId id="2147483786" r:id="rId7"/>
    <p:sldLayoutId id="2147483787" r:id="rId8"/>
    <p:sldLayoutId id="2147483788" r:id="rId9"/>
    <p:sldLayoutId id="2147483789" r:id="rId10"/>
    <p:sldLayoutId id="2147483790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回顧">
  <a:themeElements>
    <a:clrScheme name="回顧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</TotalTime>
  <Words>0</Words>
  <Application>Microsoft Office PowerPoint</Application>
  <PresentationFormat>寬螢幕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0</vt:i4>
      </vt:variant>
    </vt:vector>
  </HeadingPairs>
  <TitlesOfParts>
    <vt:vector size="3" baseType="lpstr">
      <vt:lpstr>Calibri</vt:lpstr>
      <vt:lpstr>Calibri Light</vt:lpstr>
      <vt:lpstr>回顧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Chen</dc:creator>
  <cp:lastModifiedBy>Andy Chen</cp:lastModifiedBy>
  <cp:revision>1</cp:revision>
  <dcterms:created xsi:type="dcterms:W3CDTF">2025-11-28T02:53:53Z</dcterms:created>
  <dcterms:modified xsi:type="dcterms:W3CDTF">2025-11-28T02:55:39Z</dcterms:modified>
</cp:coreProperties>
</file>